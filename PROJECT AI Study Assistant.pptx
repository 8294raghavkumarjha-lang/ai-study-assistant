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7" d="100"/>
          <a:sy n="97" d="100"/>
        </p:scale>
        <p:origin x="96" y="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av Jha" userId="699796f35343434a" providerId="LiveId" clId="{C03682F3-2B74-4069-8E48-2CDDC5179F79}"/>
    <pc:docChg chg="custSel mod modSld">
      <pc:chgData name="Raghav Jha" userId="699796f35343434a" providerId="LiveId" clId="{C03682F3-2B74-4069-8E48-2CDDC5179F79}" dt="2026-08-19T12:26:12.260" v="30" actId="20577"/>
      <pc:docMkLst>
        <pc:docMk/>
      </pc:docMkLst>
      <pc:sldChg chg="modSp mod">
        <pc:chgData name="Raghav Jha" userId="699796f35343434a" providerId="LiveId" clId="{C03682F3-2B74-4069-8E48-2CDDC5179F79}" dt="2026-08-19T11:40:15.657" v="8" actId="20577"/>
        <pc:sldMkLst>
          <pc:docMk/>
          <pc:sldMk cId="3130084888" sldId="256"/>
        </pc:sldMkLst>
        <pc:spChg chg="mod">
          <ac:chgData name="Raghav Jha" userId="699796f35343434a" providerId="LiveId" clId="{C03682F3-2B74-4069-8E48-2CDDC5179F79}" dt="2026-08-19T11:40:15.657" v="8" actId="20577"/>
          <ac:spMkLst>
            <pc:docMk/>
            <pc:sldMk cId="3130084888" sldId="256"/>
            <ac:spMk id="7" creationId="{0A6D66FE-CC5D-70AD-374A-3C22AADBE692}"/>
          </ac:spMkLst>
        </pc:spChg>
      </pc:sldChg>
      <pc:sldChg chg="modSp mod">
        <pc:chgData name="Raghav Jha" userId="699796f35343434a" providerId="LiveId" clId="{C03682F3-2B74-4069-8E48-2CDDC5179F79}" dt="2026-08-19T12:24:51.284" v="18" actId="20577"/>
        <pc:sldMkLst>
          <pc:docMk/>
          <pc:sldMk cId="58067383" sldId="263"/>
        </pc:sldMkLst>
        <pc:spChg chg="mod">
          <ac:chgData name="Raghav Jha" userId="699796f35343434a" providerId="LiveId" clId="{C03682F3-2B74-4069-8E48-2CDDC5179F79}" dt="2026-08-19T12:24:51.284" v="18" actId="20577"/>
          <ac:spMkLst>
            <pc:docMk/>
            <pc:sldMk cId="58067383" sldId="263"/>
            <ac:spMk id="17" creationId="{01896D38-D73D-F11A-DEEB-5AE1FB15160C}"/>
          </ac:spMkLst>
        </pc:spChg>
      </pc:sldChg>
      <pc:sldChg chg="modSp mod">
        <pc:chgData name="Raghav Jha" userId="699796f35343434a" providerId="LiveId" clId="{C03682F3-2B74-4069-8E48-2CDDC5179F79}" dt="2026-08-19T12:26:12.260" v="30" actId="20577"/>
        <pc:sldMkLst>
          <pc:docMk/>
          <pc:sldMk cId="1249298390" sldId="264"/>
        </pc:sldMkLst>
        <pc:spChg chg="mod">
          <ac:chgData name="Raghav Jha" userId="699796f35343434a" providerId="LiveId" clId="{C03682F3-2B74-4069-8E48-2CDDC5179F79}" dt="2026-08-19T12:26:12.260" v="30" actId="20577"/>
          <ac:spMkLst>
            <pc:docMk/>
            <pc:sldMk cId="1249298390" sldId="264"/>
            <ac:spMk id="3" creationId="{034EA38F-F567-5422-7143-FE832602269E}"/>
          </ac:spMkLst>
        </pc:spChg>
      </pc:sldChg>
      <pc:sldChg chg="modSp mod">
        <pc:chgData name="Raghav Jha" userId="699796f35343434a" providerId="LiveId" clId="{C03682F3-2B74-4069-8E48-2CDDC5179F79}" dt="2026-08-19T12:25:19.490" v="24" actId="20577"/>
        <pc:sldMkLst>
          <pc:docMk/>
          <pc:sldMk cId="1908753370" sldId="265"/>
        </pc:sldMkLst>
        <pc:graphicFrameChg chg="modGraphic">
          <ac:chgData name="Raghav Jha" userId="699796f35343434a" providerId="LiveId" clId="{C03682F3-2B74-4069-8E48-2CDDC5179F79}" dt="2026-08-19T12:25:19.490" v="24" actId="20577"/>
          <ac:graphicFrameMkLst>
            <pc:docMk/>
            <pc:sldMk cId="1908753370" sldId="265"/>
            <ac:graphicFrameMk id="4" creationId="{99A41441-2142-3DF2-80A6-32EC2DA236DD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4D9CD-86E3-354E-7093-0E32F926D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A532B9-E5D9-AD43-58F5-E61823EE43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D3EF7-6437-9997-AEB7-E0BDB9BEA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E28B4-1709-F0A9-99F9-5436D66E8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F6550A-362B-88E7-4E5D-943F44DBE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524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1ACCA-A7E2-7F16-8901-A552AB463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C8DBC-FCF8-62C3-70C9-C0695C8C1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B601B-F581-BB56-D3C1-8F0947341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717B5-5AA7-165E-F102-40F3AE3B8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CC10A-9A60-7AEC-155E-D357F2BB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98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B5A42-EEFC-62D8-1D85-4C97110F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B89411-A9C7-1F8F-1008-958CCC2BBE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5F693-88B0-5F40-4CB8-26EE9F76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5E1AF7-9500-A0FB-B064-6C42ECE23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F9EE9-7B6C-9281-CB15-C2700B1A7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5194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E7C53-E868-6FFE-DFB0-393D547AB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D5B734-12C5-CEDA-A4CF-ABD106C58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18A890-23FE-5D50-02BC-A5A17450A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B16F81-BF5C-1321-C5DE-A2450081D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72B96E-25D5-0E77-D1A8-085DD0E0E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3BADBB-EBF3-490E-214F-056C4E7E0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191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7A5B9-C7A1-DAAB-B98B-102F7B6F6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D5484-F57A-E11D-4FC4-FC4735AAEB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381BEA-C06A-0503-68D4-B3221EFE26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B1F26A-83DD-3AFC-F6FD-DDCD968210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5449AD-CE51-3B0E-1899-EC0094E50E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F7B885-FB9B-C662-7FC7-0DEEAA4E9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3B0141-C676-9A31-0274-9A4E0F1D1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E21562-CDED-F76B-D909-963D3567A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38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23803E-0AF8-B5E2-DD5F-748B2DDD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566DC4-9172-2CF9-A227-5F9AAABDB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135D4E-D0B7-1EED-92D9-E356BE87A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2B6BF7-90E1-3A18-270F-416A9F5F3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6670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574128-62A6-B44B-E255-993BED2E4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27AB29-5F98-A32B-6864-C07CF3243C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19466-8B50-2C2C-9541-3FC17D69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97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2BA10-6F6B-EE7A-D362-798CBFF64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25D4E-F72E-027B-8BF8-CBFD27C66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61EEF0-B1E4-03D5-2912-D558A87CD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5C40D6-1A69-0E76-5969-496ECB60B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B6EBC-CD40-B0B2-D35A-859AF1CBC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6C0D8-C833-68CC-23EC-9FBFE0BE5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93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9B300-01D2-9E60-8A4B-12C1D9EC2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DA234E-935B-11AA-388F-448D5A0CCE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8B1274-1E73-F364-627F-3F96D9EB9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F63C5-4494-ED14-8EEA-00D577C4D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0349B9-9D8D-FFD0-1AD6-D6B8642BA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7938CF-D85E-A7E7-14A1-C392543DA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11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ABCEC-EE82-F1DF-6A99-147E3527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CA2DF-03B9-4D41-9168-43F9B948BD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5D9310-4D08-2201-2D07-4DAF6783C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26B6F-A71C-0709-458A-F30F2FE07D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DC1C7F-B621-AF23-939D-F6444EBE5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4910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FC5EEB-A45E-B3AF-A294-CE47046883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962DDC-319A-39C1-D9F6-0EC830AA6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5676FC-F6FF-A3BF-1151-C64AB8AAF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82879-7C6A-43D6-2EED-9530970D6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5A2F2-54A7-5A72-9868-01BA6F123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931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3CE5A8-C701-B028-8FD4-685E539EE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B269A-F833-BE32-557B-CD7C7E581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675BF-A1B7-AA10-B1DB-108CD3C0F7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CC5172-9FC2-4FC3-926E-0F20F90FE5C8}" type="datetimeFigureOut">
              <a:rPr lang="en-IN" smtClean="0"/>
              <a:t>19-08-2026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E2EE5-2BBC-A491-9F62-788461A2D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1C654-5456-2EB6-C0F6-9B857834BA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EB5129E-EA46-4B93-9CDB-33A194507A6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522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3735BC3-0E16-F78C-4123-81DE9037000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AI Study Assistant 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0A6D66FE-CC5D-70AD-374A-3C22AADBE6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student-focused AI learning companion</a:t>
            </a:r>
          </a:p>
          <a:p>
            <a:endParaRPr lang="en-IN" dirty="0"/>
          </a:p>
          <a:p>
            <a:r>
              <a:rPr lang="en-US" dirty="0"/>
              <a:t>Python • </a:t>
            </a:r>
            <a:r>
              <a:rPr lang="en-US" dirty="0" err="1"/>
              <a:t>Streamlit</a:t>
            </a:r>
            <a:r>
              <a:rPr lang="en-US" dirty="0"/>
              <a:t> • </a:t>
            </a:r>
            <a:r>
              <a:rPr lang="en-US" dirty="0" err="1"/>
              <a:t>Groq</a:t>
            </a:r>
            <a:r>
              <a:rPr lang="en-US" dirty="0"/>
              <a:t> API • 4 Learning Modes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0084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8ADE1-C1C9-604F-381A-50A954E30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</a:rPr>
              <a:t>1. Problem Statement</a:t>
            </a:r>
            <a:br>
              <a:rPr lang="en-IN" dirty="0">
                <a:solidFill>
                  <a:schemeClr val="tx2">
                    <a:lumMod val="90000"/>
                    <a:lumOff val="10000"/>
                  </a:schemeClr>
                </a:solidFill>
              </a:rPr>
            </a:br>
            <a:r>
              <a:rPr lang="en-IN" sz="18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         </a:t>
            </a:r>
            <a:r>
              <a:rPr lang="en-IN" sz="1600" dirty="0"/>
              <a:t>why this project is needed </a:t>
            </a:r>
            <a:endParaRPr lang="en-IN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6CCD3-DA5D-B1F3-F5CF-B2F3908B5A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Student often struggle to understand difficult concept . </a:t>
            </a:r>
            <a:endParaRPr lang="en-IN" sz="2000" dirty="0"/>
          </a:p>
          <a:p>
            <a:r>
              <a:rPr lang="en-IN" dirty="0"/>
              <a:t> Technical  explanation are not always easy for beginners to understand.</a:t>
            </a:r>
          </a:p>
          <a:p>
            <a:r>
              <a:rPr lang="en-IN" dirty="0"/>
              <a:t> Students may forget basic programming syntax and rules .</a:t>
            </a:r>
          </a:p>
          <a:p>
            <a:r>
              <a:rPr lang="en-IN" dirty="0"/>
              <a:t>They need explanation in simple , familiar language with examples.</a:t>
            </a:r>
          </a:p>
          <a:p>
            <a:r>
              <a:rPr lang="en-IN" dirty="0"/>
              <a:t>Learning resources are scattered across different platforms.</a:t>
            </a:r>
          </a:p>
          <a:p>
            <a:r>
              <a:rPr lang="en-IN" dirty="0"/>
              <a:t>Students need explanation, revision and practice in one place.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427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9A4E9-946F-BC48-D35F-2A82FF2C2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2.Proposed Solution</a:t>
            </a:r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IN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       </a:t>
            </a:r>
            <a:r>
              <a:rPr lang="en-IN" sz="1600" dirty="0"/>
              <a:t>Our idea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9CA59-1789-04F0-AFDF-B19B313CF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AI Study Assistant is a student-focused web application.</a:t>
            </a:r>
          </a:p>
          <a:p>
            <a:r>
              <a:rPr lang="en-IN" dirty="0"/>
              <a:t>It uses an existing AI model/API as its intelligence layer.</a:t>
            </a:r>
          </a:p>
          <a:p>
            <a:r>
              <a:rPr lang="en-IN" dirty="0"/>
              <a:t>It provides structured learning instead of only giving an answer.</a:t>
            </a:r>
          </a:p>
          <a:p>
            <a:r>
              <a:rPr lang="en-IN" dirty="0"/>
              <a:t>It is especially useful for beginner in learning.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11403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06BE1-AAC3-56A7-8906-83B88887E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3.Four Learning Modes</a:t>
            </a:r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Core features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8FD8BD-550D-573B-558A-92B3F6AC9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B88CEAB-C2AA-CAFE-4FA8-D4867E4CC119}"/>
              </a:ext>
            </a:extLst>
          </p:cNvPr>
          <p:cNvSpPr/>
          <p:nvPr/>
        </p:nvSpPr>
        <p:spPr>
          <a:xfrm>
            <a:off x="838201" y="1825623"/>
            <a:ext cx="10515600" cy="118850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dirty="0"/>
              <a:t> </a:t>
            </a:r>
            <a:r>
              <a:rPr lang="en-IN" sz="2000" dirty="0"/>
              <a:t>Explain</a:t>
            </a:r>
            <a:endParaRPr lang="en-IN" dirty="0"/>
          </a:p>
          <a:p>
            <a:r>
              <a:rPr lang="en-IN" dirty="0"/>
              <a:t>Understand a concept in simple language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Example                                                                                         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Common mistake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0F2498-CAE7-3F60-9674-6545067FFE54}"/>
              </a:ext>
            </a:extLst>
          </p:cNvPr>
          <p:cNvSpPr/>
          <p:nvPr/>
        </p:nvSpPr>
        <p:spPr>
          <a:xfrm>
            <a:off x="838199" y="3149067"/>
            <a:ext cx="10515600" cy="90646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IN" sz="2000" dirty="0"/>
          </a:p>
          <a:p>
            <a:r>
              <a:rPr lang="en-IN" sz="2000" dirty="0"/>
              <a:t>Summarize</a:t>
            </a:r>
          </a:p>
          <a:p>
            <a:r>
              <a:rPr lang="en-IN" dirty="0"/>
              <a:t>Convert study material into</a:t>
            </a:r>
          </a:p>
          <a:p>
            <a:r>
              <a:rPr lang="en-IN" dirty="0"/>
              <a:t>Short and easy revision notes</a:t>
            </a:r>
          </a:p>
          <a:p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1FBC283-B59E-17F9-B294-3CF5FE51B089}"/>
              </a:ext>
            </a:extLst>
          </p:cNvPr>
          <p:cNvSpPr/>
          <p:nvPr/>
        </p:nvSpPr>
        <p:spPr>
          <a:xfrm>
            <a:off x="846666" y="4190467"/>
            <a:ext cx="10515600" cy="107580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/>
              <a:t>Quiz</a:t>
            </a:r>
          </a:p>
          <a:p>
            <a:r>
              <a:rPr lang="en-IN" dirty="0"/>
              <a:t>practice with question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Answer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IN" dirty="0"/>
              <a:t>Explanations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F02E72-CCCF-6AC8-3AAB-C87D1D7117B2}"/>
              </a:ext>
            </a:extLst>
          </p:cNvPr>
          <p:cNvSpPr/>
          <p:nvPr/>
        </p:nvSpPr>
        <p:spPr>
          <a:xfrm>
            <a:off x="846666" y="5378974"/>
            <a:ext cx="10507133" cy="79798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IN" sz="2000" dirty="0"/>
              <a:t>Ask AI</a:t>
            </a:r>
          </a:p>
          <a:p>
            <a:r>
              <a:rPr lang="en-IN" dirty="0"/>
              <a:t>Ask question and get </a:t>
            </a:r>
          </a:p>
          <a:p>
            <a:r>
              <a:rPr lang="en-IN" sz="2000" dirty="0"/>
              <a:t>AI-generated answers</a:t>
            </a:r>
          </a:p>
        </p:txBody>
      </p:sp>
    </p:spTree>
    <p:extLst>
      <p:ext uri="{BB962C8B-B14F-4D97-AF65-F5344CB8AC3E}">
        <p14:creationId xmlns:p14="http://schemas.microsoft.com/office/powerpoint/2010/main" val="3271283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15096-16BA-79F2-04D6-77532C44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4.Beginner-Friendly C Learning </a:t>
            </a:r>
            <a:b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special learning experience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F8C1-10DE-3507-EB3D-1868598F3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For semicolon(;):use a full-stop analogy, then give the technically correct meaning –it normally terminates a c statement.</a:t>
            </a:r>
          </a:p>
          <a:p>
            <a:r>
              <a:rPr lang="en-IN" sz="2400" dirty="0"/>
              <a:t>For braces ({}):explain them as a block/ group that shows which statements belong together.</a:t>
            </a:r>
          </a:p>
          <a:p>
            <a:r>
              <a:rPr lang="en-IN" sz="2400" dirty="0"/>
              <a:t> For parentheses ():explain common uses such as conditions and function calls.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sz="2400" dirty="0"/>
              <a:t>The app can also explain code line by line ,show common beginner mistakes and give a small practice question.</a:t>
            </a:r>
          </a:p>
        </p:txBody>
      </p:sp>
    </p:spTree>
    <p:extLst>
      <p:ext uri="{BB962C8B-B14F-4D97-AF65-F5344CB8AC3E}">
        <p14:creationId xmlns:p14="http://schemas.microsoft.com/office/powerpoint/2010/main" val="17925620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FE174-E3E3-5917-F4EC-B09D6BE3B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5.Example: Learning C Syntax </a:t>
            </a:r>
            <a:b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Example workflow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DC15EF-6676-5470-CEF5-8EBF1DBC09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student asks: "c  </a:t>
            </a:r>
            <a:r>
              <a:rPr lang="hi-IN" dirty="0"/>
              <a:t>में </a:t>
            </a:r>
            <a:r>
              <a:rPr lang="en-IN" dirty="0"/>
              <a:t>braces </a:t>
            </a:r>
            <a:r>
              <a:rPr lang="hi-IN" dirty="0"/>
              <a:t>क्यों लगाते हैं?“</a:t>
            </a:r>
            <a:endParaRPr lang="en-IN" dirty="0"/>
          </a:p>
          <a:p>
            <a:r>
              <a:rPr lang="en-IN" dirty="0"/>
              <a:t>AI first gives a simple real-life analogy so the beginner can understand the idea.</a:t>
            </a:r>
          </a:p>
          <a:p>
            <a:r>
              <a:rPr lang="en-IN" dirty="0"/>
              <a:t>Then  it show a small C example and explains each line.</a:t>
            </a:r>
          </a:p>
          <a:p>
            <a:r>
              <a:rPr lang="en-IN" dirty="0"/>
              <a:t>It also point out what can go wrong when a closing brace is missing.</a:t>
            </a:r>
          </a:p>
          <a:p>
            <a:r>
              <a:rPr lang="en-IN" dirty="0"/>
              <a:t>Finally ,the student gets a short practice question to check understanding.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1663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3B410-47AB-B762-B516-B43278261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82675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6. AI </a:t>
            </a:r>
            <a:r>
              <a:rPr lang="en-IN" sz="49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Workflow</a:t>
            </a:r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System flow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01896D38-D73D-F11A-DEEB-5AE1FB151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504507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dirty="0"/>
              <a:t>Student</a:t>
            </a:r>
          </a:p>
          <a:p>
            <a:pPr marL="0" indent="0" algn="ctr">
              <a:buNone/>
            </a:pPr>
            <a:r>
              <a:rPr lang="en-US" dirty="0"/>
              <a:t>↓</a:t>
            </a:r>
          </a:p>
          <a:p>
            <a:pPr marL="0" indent="0" algn="ctr">
              <a:buNone/>
            </a:pPr>
            <a:r>
              <a:rPr lang="en-US" dirty="0" err="1"/>
              <a:t>Streamlit</a:t>
            </a:r>
            <a:r>
              <a:rPr lang="en-US" dirty="0"/>
              <a:t> UI</a:t>
            </a:r>
          </a:p>
          <a:p>
            <a:pPr marL="0" indent="0" algn="ctr">
              <a:buNone/>
            </a:pPr>
            <a:r>
              <a:rPr lang="en-US" dirty="0"/>
              <a:t>   ↓</a:t>
            </a:r>
          </a:p>
          <a:p>
            <a:pPr marL="0" indent="0" algn="ctr">
              <a:buNone/>
            </a:pPr>
            <a:r>
              <a:rPr lang="en-US" dirty="0"/>
              <a:t>Select Mode</a:t>
            </a:r>
          </a:p>
          <a:p>
            <a:pPr marL="0" indent="0" algn="ctr">
              <a:buNone/>
            </a:pPr>
            <a:r>
              <a:rPr lang="en-US" dirty="0"/>
              <a:t>   ↓</a:t>
            </a:r>
          </a:p>
          <a:p>
            <a:pPr marL="0" indent="0" algn="ctr">
              <a:buNone/>
            </a:pPr>
            <a:r>
              <a:rPr lang="en-US" dirty="0"/>
              <a:t>Python Logic </a:t>
            </a:r>
          </a:p>
          <a:p>
            <a:pPr marL="0" indent="0" algn="ctr">
              <a:buNone/>
            </a:pPr>
            <a:r>
              <a:rPr lang="en-US" dirty="0"/>
              <a:t>  ↓</a:t>
            </a:r>
          </a:p>
          <a:p>
            <a:pPr marL="0" indent="0" algn="ctr">
              <a:buNone/>
            </a:pPr>
            <a:r>
              <a:rPr lang="en-US" dirty="0"/>
              <a:t>Prompt / Instructions </a:t>
            </a:r>
          </a:p>
          <a:p>
            <a:pPr marL="0" indent="0" algn="ctr">
              <a:buNone/>
            </a:pPr>
            <a:r>
              <a:rPr lang="en-US" dirty="0"/>
              <a:t>  ↓</a:t>
            </a:r>
          </a:p>
          <a:p>
            <a:pPr marL="0" indent="0" algn="ctr">
              <a:buNone/>
            </a:pPr>
            <a:r>
              <a:rPr lang="en-US" dirty="0"/>
              <a:t>AI Model/ </a:t>
            </a:r>
            <a:r>
              <a:rPr lang="en-US" dirty="0" err="1"/>
              <a:t>Groq</a:t>
            </a:r>
            <a:r>
              <a:rPr lang="en-US" dirty="0"/>
              <a:t> API </a:t>
            </a:r>
          </a:p>
          <a:p>
            <a:pPr marL="0" indent="0" algn="ctr">
              <a:buNone/>
            </a:pPr>
            <a:r>
              <a:rPr lang="en-US" dirty="0"/>
              <a:t>  ↓</a:t>
            </a:r>
          </a:p>
          <a:p>
            <a:pPr marL="0" indent="0" algn="ctr">
              <a:buNone/>
            </a:pPr>
            <a:r>
              <a:rPr lang="en-US" dirty="0"/>
              <a:t>Student-Friendly Response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067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26DCA-4BC9-D1FB-3B1E-D6B0E2E3F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7. Architecture</a:t>
            </a:r>
            <a:b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Technical architecture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EA38F-F567-5422-7143-FE8326022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5600"/>
            <a:ext cx="10515600" cy="502073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 err="1"/>
              <a:t>Streamlit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User Interface</a:t>
            </a:r>
          </a:p>
          <a:p>
            <a:pPr marL="0" indent="0">
              <a:buNone/>
            </a:pPr>
            <a:r>
              <a:rPr lang="en-IN" dirty="0"/>
              <a:t>Python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Application Logic</a:t>
            </a:r>
          </a:p>
          <a:p>
            <a:pPr marL="0" indent="0">
              <a:buNone/>
            </a:pPr>
            <a:r>
              <a:rPr lang="en-IN" dirty="0"/>
              <a:t>Prompt/Instructions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It tells the AI how to  give a response</a:t>
            </a:r>
          </a:p>
          <a:p>
            <a:pPr marL="0" indent="0">
              <a:buNone/>
            </a:pPr>
            <a:r>
              <a:rPr lang="en-IN" dirty="0"/>
              <a:t>AI Model/ </a:t>
            </a:r>
            <a:r>
              <a:rPr lang="en-IN" dirty="0" err="1"/>
              <a:t>Groq</a:t>
            </a:r>
            <a:r>
              <a:rPr lang="en-IN"/>
              <a:t> API</a:t>
            </a: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Generated response</a:t>
            </a:r>
          </a:p>
          <a:p>
            <a:pPr marL="0" indent="0">
              <a:buNone/>
            </a:pPr>
            <a:r>
              <a:rPr lang="en-IN" dirty="0"/>
              <a:t>Output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Show the result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92983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5FA57-F708-CCE6-1F71-8B7FD1046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8.Technology Stack </a:t>
            </a:r>
            <a:br>
              <a:rPr lang="en-IN" sz="1600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Tools used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9A41441-2142-3DF2-80A6-32EC2DA236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9791157"/>
              </p:ext>
            </p:extLst>
          </p:nvPr>
        </p:nvGraphicFramePr>
        <p:xfrm>
          <a:off x="838200" y="1820333"/>
          <a:ext cx="10515600" cy="2209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01516235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870128327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Technology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 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46582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IN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Application logic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304923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IN" dirty="0" err="1"/>
                        <a:t>Streamlit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Web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118247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IN" dirty="0" err="1"/>
                        <a:t>Groq</a:t>
                      </a:r>
                      <a:r>
                        <a:rPr lang="en-IN" dirty="0"/>
                        <a:t>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AI response generation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7547338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IN" dirty="0"/>
                        <a:t>Vs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9467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r>
                        <a:rPr lang="en-IN" dirty="0"/>
                        <a:t>.env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API key 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44058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8753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C98D7-DE1C-0726-4605-B805879C6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9. General Question </a:t>
            </a:r>
            <a:b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General learning  support 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EE44E-279D-6FE6-74CB-FCB386162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Ask  AI can also answer general learning question, not only programming question.</a:t>
            </a:r>
          </a:p>
          <a:p>
            <a:pPr marL="0" indent="0">
              <a:buNone/>
            </a:pPr>
            <a:r>
              <a:rPr lang="en-IN" dirty="0"/>
              <a:t>Example : How is Mahatma Gandhi ?</a:t>
            </a:r>
          </a:p>
          <a:p>
            <a:pPr marL="0" indent="0">
              <a:buNone/>
            </a:pPr>
            <a:r>
              <a:rPr lang="en-IN" dirty="0"/>
              <a:t>The  AI model can generate a normal educational text response.</a:t>
            </a:r>
          </a:p>
          <a:p>
            <a:pPr marL="0" indent="0">
              <a:buNone/>
            </a:pPr>
            <a:r>
              <a:rPr lang="en-US" dirty="0"/>
              <a:t>Our focus is student learning, not restricting the application to one programming language.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519742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3AEE-4889-3EEF-C062-D2DA328B7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10. What makes It Different ?</a:t>
            </a:r>
            <a:b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Our value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A3E6-2CBE-2BC2-6B23-38761C5D1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Generic AI tools mainly provide a response ; our application organizes the learning process around the student’s goal.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The user can choose the learning mode instead of writing a complicated prompt  each time.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IN" dirty="0"/>
              <a:t>Beginner- focused explanation use  analogies ,codes example , mistake and practice. </a:t>
            </a:r>
          </a:p>
        </p:txBody>
      </p:sp>
    </p:spTree>
    <p:extLst>
      <p:ext uri="{BB962C8B-B14F-4D97-AF65-F5344CB8AC3E}">
        <p14:creationId xmlns:p14="http://schemas.microsoft.com/office/powerpoint/2010/main" val="41964440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F4FF4-551B-C070-6023-E8469A70F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11.Future Scope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47BE4-EF87-CB2B-C1F7-1A59A9998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Progress dashboard and study history.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PDF/notes upload and question answering.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 Voice-based question and answer.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dirty="0"/>
              <a:t>More languages and subject-specific learning modes.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9274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A705D-6627-02A7-4C9E-5D3AFD640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12.Limitation &amp; Responsible Use </a:t>
            </a:r>
            <a:b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IN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Responsible AI</a:t>
            </a:r>
            <a:endParaRPr lang="en-IN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A3430-34EE-56CF-FD47-36483B9686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application depends on the selected AI model/API for generated responses.</a:t>
            </a:r>
          </a:p>
          <a:p>
            <a:r>
              <a:rPr lang="en-IN" dirty="0"/>
              <a:t>The system is a learning assistant, not a replacement for teachers or textbooks.</a:t>
            </a:r>
          </a:p>
          <a:p>
            <a:r>
              <a:rPr lang="en-IN" dirty="0"/>
              <a:t>API keys must be kept private and should never be placed in public code.  </a:t>
            </a:r>
          </a:p>
        </p:txBody>
      </p:sp>
    </p:spTree>
    <p:extLst>
      <p:ext uri="{BB962C8B-B14F-4D97-AF65-F5344CB8AC3E}">
        <p14:creationId xmlns:p14="http://schemas.microsoft.com/office/powerpoint/2010/main" val="38968474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F901F-43E7-71EE-7062-9D273290E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13.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1D6F1-A4A8-0659-E221-EF0AACFFC6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AI study assistant combines python, </a:t>
            </a:r>
            <a:r>
              <a:rPr lang="en-IN" dirty="0" err="1"/>
              <a:t>Streamlit</a:t>
            </a:r>
            <a:r>
              <a:rPr lang="en-IN" dirty="0"/>
              <a:t> and an Ain model into a structured student-learning application .</a:t>
            </a:r>
          </a:p>
          <a:p>
            <a:pPr marL="0" indent="0">
              <a:buNone/>
            </a:pPr>
            <a:r>
              <a:rPr lang="en-IN" dirty="0"/>
              <a:t>Its focus is not building a new LLM , but making existing AI model useful for beginner learning. </a:t>
            </a:r>
          </a:p>
          <a:p>
            <a:pPr marL="0" indent="0">
              <a:buNone/>
            </a:pPr>
            <a:r>
              <a:rPr lang="en-IN" dirty="0"/>
              <a:t>The four  modes- Explain, summarize , quiz and Ask AI – cover common study workflows.</a:t>
            </a:r>
          </a:p>
          <a:p>
            <a:pPr marL="0" indent="0">
              <a:buNone/>
            </a:pPr>
            <a:r>
              <a:rPr lang="en-IN" dirty="0"/>
              <a:t>The project can start as a practical prototype and grow into a broader personalized learning platform.</a:t>
            </a:r>
          </a:p>
        </p:txBody>
      </p:sp>
    </p:spTree>
    <p:extLst>
      <p:ext uri="{BB962C8B-B14F-4D97-AF65-F5344CB8AC3E}">
        <p14:creationId xmlns:p14="http://schemas.microsoft.com/office/powerpoint/2010/main" val="3828066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712</Words>
  <Application>Microsoft Office PowerPoint</Application>
  <PresentationFormat>Widescreen</PresentationFormat>
  <Paragraphs>105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Courier New</vt:lpstr>
      <vt:lpstr>Wingdings</vt:lpstr>
      <vt:lpstr>Office Theme</vt:lpstr>
      <vt:lpstr>AI Study Assistant </vt:lpstr>
      <vt:lpstr>1. Problem Statement           why this project is needed </vt:lpstr>
      <vt:lpstr>2.Proposed Solution         Our idea</vt:lpstr>
      <vt:lpstr>3.Four Learning Modes Core features</vt:lpstr>
      <vt:lpstr>4.Beginner-Friendly C Learning  special learning experience</vt:lpstr>
      <vt:lpstr>5.Example: Learning C Syntax  Example workflow</vt:lpstr>
      <vt:lpstr>6. AI Workflow  System flow</vt:lpstr>
      <vt:lpstr>7. Architecture Technical architecture</vt:lpstr>
      <vt:lpstr>8.Technology Stack  Tools used</vt:lpstr>
      <vt:lpstr>9. General Question  General learning  support </vt:lpstr>
      <vt:lpstr>10. What makes It Different ? Our value</vt:lpstr>
      <vt:lpstr>11.Future Scope </vt:lpstr>
      <vt:lpstr>12.Limitation &amp; Responsible Use  Responsible AI</vt:lpstr>
      <vt:lpstr>13.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Raghav Jha</dc:creator>
  <cp:lastModifiedBy>Raghav Jha</cp:lastModifiedBy>
  <cp:revision>1</cp:revision>
  <dcterms:created xsi:type="dcterms:W3CDTF">2026-08-16T13:50:26Z</dcterms:created>
  <dcterms:modified xsi:type="dcterms:W3CDTF">2026-08-19T12:26:15Z</dcterms:modified>
</cp:coreProperties>
</file>